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2C2C"/>
                </a:solidFill>
              </a:defRPr>
            </a:pPr>
            <a:r>
              <a:t>🧠 SMRITI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Cognitive Care &amp; Memory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2860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286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172A"/>
                </a:solidFill>
              </a:defRPr>
            </a:pPr>
            <a:r>
              <a:t>💡 SMART INDIA HACKATHON</a:t>
            </a:r>
          </a:p>
          <a:p>
            <a:pPr algn="r">
              <a:defRPr sz="900" b="1">
                <a:solidFill>
                  <a:srgbClr val="EA580C"/>
                </a:solidFill>
              </a:defRPr>
            </a:pPr>
            <a:r>
              <a:t>SIH 2026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6017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078992"/>
            <a:ext cx="118872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➔ Start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78992"/>
            <a:ext cx="4297680" cy="320040"/>
          </a:xfrm>
          <a:prstGeom prst="roundRect">
            <a:avLst/>
          </a:prstGeom>
          <a:solidFill>
            <a:srgbClr val="334155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Patient State &amp; Network Connectivity?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EA580C"/>
                </a:solidFill>
              </a:defRPr>
            </a:pPr>
            <a:r>
              <a:t>┌── Offline / Low-Connectivity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284C7"/>
                </a:solidFill>
              </a:defRPr>
            </a:pPr>
            <a:r>
              <a:t>├── Working + Internet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417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6A34A"/>
                </a:solidFill>
              </a:defRPr>
            </a:pPr>
            <a:r>
              <a:t>└── Caregiver Portal ──┐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91640"/>
            <a:ext cx="6400800" cy="452628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1234440" cy="41148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📶 Offline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874519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1828800"/>
            <a:ext cx="128016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📱 Open App / 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74519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828800"/>
            <a:ext cx="132588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👤 Senior Login (OTP)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74519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828800"/>
            <a:ext cx="132588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🌸 Mood &amp; Ritual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28600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606040"/>
            <a:ext cx="1874519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🎮 4 Cognitive Games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5176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2606040"/>
            <a:ext cx="173736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🎯 Adaptive Difficulty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265176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606040"/>
            <a:ext cx="178308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⏰ Audio Med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06324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383280"/>
            <a:ext cx="178308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💾 IndexedDB &amp;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42900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3383280"/>
            <a:ext cx="1737360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🎙️ Web Speech TTS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42900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383280"/>
            <a:ext cx="1874519" cy="4114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9A3412"/>
                </a:solidFill>
              </a:defRPr>
            </a:pPr>
            <a:r>
              <a:t>🌟 Mind Streaks &amp; XP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5349240"/>
            <a:ext cx="1783080" cy="7315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✔ Offline Mode</a:t>
            </a:r>
            <a:br/>
            <a:r>
              <a:t>Completed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77639"/>
            <a:ext cx="4160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0233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⚡ TECH STACK USED (FIGURES &amp; TOOLS)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89120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34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E34F26"/>
                </a:solidFill>
              </a:defRPr>
            </a:pPr>
            <a:r>
              <a:t>HTML5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11095" y="4389120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5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572B6"/>
                </a:solidFill>
              </a:defRPr>
            </a:pPr>
            <a:r>
              <a:t>CSS3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27832" y="4389120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D97706"/>
                </a:solidFill>
              </a:defRPr>
            </a:pPr>
            <a:r>
              <a:t>JavaScript ES6+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773168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284C7"/>
                </a:solidFill>
              </a:defRPr>
            </a:pPr>
            <a:r>
              <a:t>Web Speech 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11095" y="4773168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7C3AED"/>
                </a:solidFill>
              </a:defRPr>
            </a:pPr>
            <a:r>
              <a:t>Web Audio 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27832" y="4773168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59669"/>
                </a:solidFill>
              </a:defRPr>
            </a:pPr>
            <a:r>
              <a:t>Service Worker PWA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157216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B45309"/>
                </a:solidFill>
              </a:defRPr>
            </a:pPr>
            <a:r>
              <a:t>IndexedDB Storage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11095" y="5157216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6A34A"/>
                </a:solidFill>
              </a:defRPr>
            </a:pPr>
            <a:r>
              <a:t>Node.js &amp; Express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27832" y="5157216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5803D"/>
                </a:solidFill>
              </a:defRPr>
            </a:pPr>
            <a:r>
              <a:t>MongoDB Atlas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541264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F172A"/>
                </a:solidFill>
              </a:defRPr>
            </a:pPr>
            <a:r>
              <a:t>Vercel Cloud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11095" y="5541264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E293B"/>
                </a:solidFill>
              </a:defRPr>
            </a:pPr>
            <a:r>
              <a:t>Git &amp; GitHub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27832" y="5541264"/>
            <a:ext cx="1261872" cy="3291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DC2626"/>
                </a:solidFill>
              </a:defRPr>
            </a:pPr>
            <a:r>
              <a:t>Twilio SOS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1691640"/>
            <a:ext cx="2377440" cy="45262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040880" y="1828800"/>
            <a:ext cx="2103120" cy="41148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🌐 Online Mode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22402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2514600"/>
            <a:ext cx="210312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369A1"/>
                </a:solidFill>
              </a:defRPr>
            </a:pPr>
            <a:r>
              <a:t>👤 User Login &amp; Auth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29260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0880" y="3200400"/>
            <a:ext cx="2103120" cy="41148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369A1"/>
                </a:solidFill>
              </a:defRPr>
            </a:pPr>
            <a:r>
              <a:t>⚡ Cloud Sync &amp; Backup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6118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40880" y="3886200"/>
            <a:ext cx="210312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369A1"/>
                </a:solidFill>
              </a:defRPr>
            </a:pPr>
            <a:r>
              <a:t>🤖 AI Voice Companion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4297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40880" y="4572000"/>
            <a:ext cx="210312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369A1"/>
                </a:solidFill>
              </a:defRPr>
            </a:pPr>
            <a:r>
              <a:t>📊 Emotional Trends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49834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5257800"/>
            <a:ext cx="2103120" cy="73152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✔ Online Mode</a:t>
            </a:r>
            <a:br/>
            <a:r>
              <a:t>Completed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18320" y="1691640"/>
            <a:ext cx="2377440" cy="4526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555480" y="1828800"/>
            <a:ext cx="2103120" cy="4114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👨‍👩‍👧 Caregiver Mode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69880" y="22402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55480" y="2514600"/>
            <a:ext cx="210312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4532D"/>
                </a:solidFill>
              </a:defRPr>
            </a:pPr>
            <a:r>
              <a:t>🔐 Caregiver Login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69880" y="29260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↓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55480" y="3200400"/>
            <a:ext cx="210312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4532D"/>
                </a:solidFill>
              </a:defRPr>
            </a:pPr>
            <a:r>
              <a:t>📝 Patient Meds &amp; Profile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69880" y="36118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55480" y="3886200"/>
            <a:ext cx="210312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4532D"/>
                </a:solidFill>
              </a:defRPr>
            </a:pPr>
            <a:r>
              <a:t>📷 Upload Photo Memories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69880" y="4297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↓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55480" y="4572000"/>
            <a:ext cx="210312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4532D"/>
                </a:solidFill>
              </a:defRPr>
            </a:pPr>
            <a:r>
              <a:t>📈 Live Care 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69880" y="49834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55480" y="5257800"/>
            <a:ext cx="2103120" cy="7315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✔ Caregiver Mode</a:t>
            </a:r>
            <a:br/>
            <a:r>
              <a:t>Completed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 @SMRITI - Cognitive Care &amp; Memory Companion for Elderly                                                                        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B2C2C"/>
                </a:solidFill>
              </a:defRPr>
            </a:pPr>
            <a:r>
              <a:t>🧠 SMRITI</a:t>
            </a:r>
          </a:p>
          <a:p>
            <a:pPr>
              <a:defRPr sz="850" b="1">
                <a:solidFill>
                  <a:srgbClr val="64748B"/>
                </a:solidFill>
              </a:defRPr>
            </a:pPr>
            <a:r>
              <a:t>Cognitive Care &amp; Memory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2860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2860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172A"/>
                </a:solidFill>
              </a:defRPr>
            </a:pPr>
            <a:r>
              <a:t>💡 SMART INDIA HACKATHON</a:t>
            </a:r>
          </a:p>
          <a:p>
            <a:pPr algn="r">
              <a:defRPr sz="900" b="1">
                <a:solidFill>
                  <a:srgbClr val="EA580C"/>
                </a:solidFill>
              </a:defRPr>
            </a:pPr>
            <a:r>
              <a:t>SIH 2026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6017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60175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F172A"/>
                </a:solidFill>
              </a:defRPr>
            </a:pPr>
            <a:r>
              <a:t>• Cognitive Decline &amp; Dementia in India: Over 8.8 million seniors (60+) live with dementia (projected to reach 16.9M by 2036, Lancet / LASI Report). Early non-pharmacological digital stimulation slows functional decline and preserves autonomy.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Clinical Evidence for Memory Training: Active recall exercises, spatial sequencing, and autobiographical memory cues stimulate neuroplasticity and improve delayed recall by up to 28% (WHO Guidelines on Risk Reduction of Cognitive Decline).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Digital Accessibility &amp; Vernacular Gap: NITI Aayog Senior Care Report (2024) highlights that elderly seniors struggle with complex UIs and rapid timers. Regional language speech interfaces and offline access are vital for grassroots adoption.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Full Details &amp; References: WHO Guidelines (2023) | Alzheimer’s Association | NITI Aayog Senior Care Report | Lancet LASI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80360"/>
            <a:ext cx="51206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⚠️ SOLUTIONS ALREADY EXIST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Complex &amp; Overwhelming: Cluttered UI, tiny text, rapid timers not meant for seniors.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Generic Brain Puzzles: Abstract speed math drills, no personal life story or family connection.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Isolated Experience: Zero caregiver collaboration, emotional monitoring, or emergency safety.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Language Barrier: English-only interfaces with no Indian vernacular speech support.</a:t>
            </a:r>
          </a:p>
          <a:p>
            <a:pPr>
              <a:defRPr sz="850" b="1">
                <a:solidFill>
                  <a:srgbClr val="0284C7"/>
                </a:solidFill>
              </a:defRPr>
            </a:pPr>
            <a:r>
              <a:t>AVAILABLE APPS : Lumosity / Elevate / Peak / BrainHQ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566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880360"/>
            <a:ext cx="5516575" cy="1920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✨ OUR SOLUTION STANDS OUT</a:t>
            </a:r>
          </a:p>
          <a:p>
            <a:pPr>
              <a:defRPr sz="850">
                <a:solidFill>
                  <a:srgbClr val="15803D"/>
                </a:solidFill>
              </a:defRPr>
            </a:pPr>
            <a:r>
              <a:t>• Elder-Friendly Design: Large touch targets (≥48px), high contrast, calm peach theme, no timer rush.</a:t>
            </a:r>
          </a:p>
          <a:p>
            <a:pPr>
              <a:defRPr sz="850">
                <a:solidFill>
                  <a:srgbClr val="15803D"/>
                </a:solidFill>
              </a:defRPr>
            </a:pPr>
            <a:r>
              <a:t>• Personal Memory Gallery: Preserves cherished family photos, loved ones recognition &amp; voice stories.</a:t>
            </a:r>
          </a:p>
          <a:p>
            <a:pPr>
              <a:defRPr sz="850">
                <a:solidFill>
                  <a:srgbClr val="15803D"/>
                </a:solidFill>
              </a:defRPr>
            </a:pPr>
            <a:r>
              <a:t>• Voice + Trilingual Support: Hands-free voice navigation and speech in English, Hindi, and Bengali.</a:t>
            </a:r>
          </a:p>
          <a:p>
            <a:pPr>
              <a:defRPr sz="850">
                <a:solidFill>
                  <a:srgbClr val="15803D"/>
                </a:solidFill>
              </a:defRPr>
            </a:pPr>
            <a:r>
              <a:t>• Caregiver Connected: Real-time mood trend analytics, remote medication alerts, and duo play.</a:t>
            </a:r>
          </a:p>
          <a:p>
            <a:pPr>
              <a:defRPr sz="850">
                <a:solidFill>
                  <a:srgbClr val="15803D"/>
                </a:solidFill>
              </a:defRPr>
            </a:pPr>
            <a:r>
              <a:t>• 100% Offline Resilience: Works smoothly via PWA Service Workers in rural low-bandwidth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937760"/>
            <a:ext cx="11460175" cy="1371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68580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📂 PROJECT RESOURCES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Demo Video : Click Here (Full App Walkthrough &amp; Speech Demo)</a:t>
            </a:r>
          </a:p>
          <a:p>
            <a:pPr>
              <a:defRPr sz="950" b="1">
                <a:solidFill>
                  <a:srgbClr val="0284C7"/>
                </a:solidFill>
              </a:defRPr>
            </a:pPr>
            <a:r>
              <a:t>• Live Prototype : https://smriti-pied.vercel.app/ (Deployed on Vercel)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Business Model Canvas : Click Here (Social Impact &amp; Sustainable Elder-Care BMC)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5029200"/>
            <a:ext cx="1737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>
                <a:solidFill>
                  <a:srgbClr val="9B2C2C"/>
                </a:solidFill>
              </a:defRPr>
            </a:pPr>
            <a:r>
              <a:t>📱 SMRITI Patient Hub</a:t>
            </a:r>
            <a:br/>
            <a:r>
              <a:t>🎮 Cognitive Games</a:t>
            </a:r>
            <a:br/>
            <a:r>
              <a:t>🌸 Daily Mood Check</a:t>
            </a:r>
            <a:br/>
            <a:r>
              <a:t>⏰ Reminders &amp;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502920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>
                <a:solidFill>
                  <a:srgbClr val="16A34A"/>
                </a:solidFill>
              </a:defRPr>
            </a:pPr>
            <a:r>
              <a:t>👨‍👩‍👧 Caregiver Portal</a:t>
            </a:r>
            <a:br/>
            <a:r>
              <a:t>📊 95% Memory Accuracy</a:t>
            </a:r>
            <a:br/>
            <a:r>
              <a:t>🚨 Real-time SOS Trigger</a:t>
            </a:r>
            <a:br/>
            <a:r>
              <a:t>📷 Upload Family Photos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 @Team SMRITI - Cognitive Care &amp; Memory Companion                                                                         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